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13ab0401da4551" /><Relationship Type="http://schemas.openxmlformats.org/officeDocument/2006/relationships/extended-properties" Target="/docProps/app.xml" Id="R531dfd1580644240" /><Relationship Type="http://schemas.openxmlformats.org/officeDocument/2006/relationships/officeDocument" Target="/ppt/presentation.xml" Id="R2c6715ac429347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0968e6398d4043"/>
  </p:sldMasterIdLst>
  <p:notesMasterIdLst>
    <p:notesMasterId xmlns:r="http://schemas.openxmlformats.org/officeDocument/2006/relationships" r:id="R801543402091463e"/>
  </p:notesMasterIdLst>
  <p:sldIdLst>
    <p:sldId xmlns:r="http://schemas.openxmlformats.org/officeDocument/2006/relationships" id="256" r:id="Re6580ae40fd14e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d52d8da06f47a7" /><Relationship Type="http://schemas.openxmlformats.org/officeDocument/2006/relationships/slideMaster" Target="/ppt/slideMasters/slideMaster1.xml" Id="R7f0968e6398d4043" /><Relationship Type="http://schemas.openxmlformats.org/officeDocument/2006/relationships/notesMaster" Target="/ppt/notesMasters/notesMaster1.xml" Id="R801543402091463e" /><Relationship Type="http://schemas.openxmlformats.org/officeDocument/2006/relationships/presProps" Target="/ppt/presProps.xml" Id="R99f8a6e3ac9b4fa2" /><Relationship Type="http://schemas.openxmlformats.org/officeDocument/2006/relationships/viewProps" Target="/ppt/viewProps.xml" Id="R6b71117ea6be4885" /><Relationship Type="http://schemas.openxmlformats.org/officeDocument/2006/relationships/tableStyles" Target="/ppt/tableStyles.xml" Id="Rbd88c4de77974892" /><Relationship Type="http://schemas.openxmlformats.org/officeDocument/2006/relationships/slide" Target="/ppt/slides/slide1.xml" Id="Re6580ae40fd14e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6b13fe03ff47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be5956f02b40df" /><Relationship Type="http://schemas.openxmlformats.org/officeDocument/2006/relationships/notesMaster" Target="/ppt/notesMasters/notesMaster1.xml" Id="R4dcdb45a5b7d4e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b7fa7bba244f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3c95ac4f4e4e53" /><Relationship Type="http://schemas.openxmlformats.org/officeDocument/2006/relationships/slideLayout" Target="/ppt/slideLayouts/slideLayout1.xml" Id="R790663b985cc43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0663b985cc43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d7179a4ee49af" /><Relationship Type="http://schemas.openxmlformats.org/officeDocument/2006/relationships/notesSlide" Target="/ppt/notesSlides/notesSlide1.xml" Id="Rb2dca4ebee0049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F8D78D-751B-46DE-882A-0C5AAC40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17C3E-5AEF-4C16-8455-33EA4952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00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04814-51E2-427C-BF37-1FE56456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52500"/>
            <a:ext cx="76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FF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42A16-CC48-434A-89CC-2AF80807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A00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0BD8D-08EF-404A-B60B-EE3CE839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</a:defRPr>
            </a:pPr>
            <a: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1404761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2026-06-08T13:10:27.8380000Z</dcterms:created>
  <dcterms:modified xsi:type="dcterms:W3CDTF">2026-06-08T13:10:27.8380000Z</dcterms:modified>
</coreProperties>
</file>